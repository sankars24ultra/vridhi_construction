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estimate for completing the existing Vridhi application, not rebuilding it. Resources include three full-time engineering/QA staff plus shared specialists. The recommended development range includes contingency but excludes GST and recurring operations. Hosting and maintenance are separate monthly estimates, not live vendor quotations. A baseline assessment is needed before any contractual schedule or fixed price. January–February 2027 assumes a late-October 2026 start, timely approvals, and no major new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4630400" cy="1481328"/>
          </a:xfrm>
          <a:prstGeom prst="rect">
            <a:avLst/>
          </a:prstGeom>
          <a:solidFill>
            <a:srgbClr val="10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362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9AC4FF"/>
                </a:solidFill>
                <a:latin typeface="Arial"/>
              </a:defRPr>
            </a:pPr>
            <a:r>
              <a:t>VRIDHI CONSTRUCTIONS &amp; DESIGNS / DELIVERY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0664"/>
            <a:ext cx="1362456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9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Project completion: 10-point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19656"/>
            <a:ext cx="4443984" cy="8138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9384"/>
            <a:ext cx="407822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Aft>
                <a:spcPts val="0"/>
              </a:spcAft>
              <a:defRPr sz="1000" b="1">
                <a:solidFill>
                  <a:srgbClr val="087F8C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40782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29"/>
              </a:lnSpc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~4 FTE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3208" y="1819656"/>
            <a:ext cx="4443984" cy="8138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6088" y="1929384"/>
            <a:ext cx="407822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Aft>
                <a:spcPts val="0"/>
              </a:spcAft>
              <a:defRPr sz="1000" b="1">
                <a:solidFill>
                  <a:srgbClr val="087F8C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194560"/>
            <a:ext cx="40782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29"/>
              </a:lnSpc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12–16 weeks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83496" y="1819656"/>
            <a:ext cx="4443984" cy="8138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66376" y="1929384"/>
            <a:ext cx="407822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Aft>
                <a:spcPts val="0"/>
              </a:spcAft>
              <a:defRPr sz="1000" b="1">
                <a:solidFill>
                  <a:srgbClr val="087F8C"/>
                </a:solidFill>
                <a:latin typeface="Arial"/>
              </a:defRPr>
            </a:pPr>
            <a:r>
              <a:t>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66376" y="2194560"/>
            <a:ext cx="40782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29"/>
              </a:lnSpc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INR 20–35 lakh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" y="3044952"/>
            <a:ext cx="484632" cy="484632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163824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90088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Team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10128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Approximately 4 full-time-equivalent resources.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22776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" y="4087368"/>
            <a:ext cx="484632" cy="484632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4206240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32504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Core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52544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1 technical lead/full-stack developer + 1 frontend/full-stack developer.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65192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" y="5129783"/>
            <a:ext cx="484632" cy="484632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248655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74920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Quality assurance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394959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1 full-time QA engineer: workflows, permissions, financial and mobile testing.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007608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" y="6172200"/>
            <a:ext cx="484632" cy="484632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6291072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6117336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Shared specialists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6437376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Part-time business analyst and DevOps engineer; your representative for</a:t>
            </a:r>
          </a:p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approvals.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7050023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6" y="7214615"/>
            <a:ext cx="484632" cy="484632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7333488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7159751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Delivery timeline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7479792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12–16 weeks, assuming no major new features.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88352" y="2880360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16368" y="3044952"/>
            <a:ext cx="484632" cy="48463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7808" y="3163824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5592" y="2990088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Target release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5592" y="3310128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January–February 2027 if work starts in late October 2026.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88352" y="3922776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516368" y="4087368"/>
            <a:ext cx="484632" cy="48463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07808" y="4206240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5592" y="4032504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Remaining focus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5592" y="4352544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Workflow corrections, exports, permission checks, reconciliation and deployment.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88352" y="4965192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516368" y="5129783"/>
            <a:ext cx="484632" cy="48463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07808" y="5248655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5592" y="5074920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Development budget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65592" y="5394959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INR 20–35 lakh including contingency; excludes GST, hosting and ongoing</a:t>
            </a:r>
          </a:p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support.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88352" y="6007608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516368" y="6172200"/>
            <a:ext cx="484632" cy="48463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07808" y="6291072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65592" y="6117336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Monthly operations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5592" y="6437376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Hosting/backups: INR 10,000–35,000. Optional maintenance: INR</a:t>
            </a:r>
          </a:p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40,000–1,00,000.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88352" y="7050023"/>
            <a:ext cx="669340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516368" y="7214615"/>
            <a:ext cx="484632" cy="48463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07808" y="7333488"/>
            <a:ext cx="329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65592" y="7159751"/>
            <a:ext cx="5650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Aft>
                <a:spcPts val="0"/>
              </a:spcAft>
              <a:defRPr sz="1500" b="1">
                <a:solidFill>
                  <a:srgbClr val="10283F"/>
                </a:solidFill>
                <a:latin typeface="Arial"/>
              </a:defRPr>
            </a:pPr>
            <a:r>
              <a:t>Estimate confidence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65592" y="7479792"/>
            <a:ext cx="5650992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Planning range, not a live quotation. A 1–2 week assessment is needed for a firm</a:t>
            </a:r>
          </a:p>
          <a:p>
            <a:pPr>
              <a:lnSpc>
                <a:spcPts val="1500"/>
              </a:lnSpc>
              <a:spcAft>
                <a:spcPts val="0"/>
              </a:spcAft>
              <a:defRPr sz="1220" b="0">
                <a:solidFill>
                  <a:srgbClr val="526579"/>
                </a:solidFill>
                <a:latin typeface="Arial"/>
              </a:defRPr>
            </a:pPr>
            <a:r>
              <a:t>price.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8229600"/>
            <a:ext cx="13578840" cy="502920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" y="8357616"/>
            <a:ext cx="1319479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Aft>
                <a:spcPts val="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Basis: finish the existing application, retain its current scope, and validate production readiness—not a rebuild.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8887968"/>
            <a:ext cx="136245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Prepared 16 October 2026 | Indicative India-based delivery estimate | No fixed-price or completion guarantee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Vridhi - Project Completion Estimate</dc:title>
  <dc:subject>10-point team, timeline and budget planning summary</dc:subject>
  <dc:creator>Vridhi Constructions &amp; Designs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